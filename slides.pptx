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9A7440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55569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D2735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A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F5068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D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7440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D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함께 쓰면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검색마스터로 이름을 만들고,</a:t>
            </a:r>
          </a:p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프리캔버스로 </a:t>
            </a:r>
            <a:r>
              <a:rPr sz="2600" b="1" i="0">
                <a:solidFill>
                  <a:srgbClr val="1F5068"/>
                </a:solidFill>
                <a:latin typeface="Noto Serif KR"/>
                <a:ea typeface="Noto Serif KR"/>
              </a:rPr>
              <a:t>페이지를 만듭니다.</a:t>
            </a:r>
          </a:p>
        </p:txBody>
      </p:sp>
      <p:pic>
        <p:nvPicPr>
          <p:cNvPr id="7" name="Picture 6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71800"/>
            <a:ext cx="4572000" cy="1649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532120" y="338328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같은 상품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같은 구글 계정</a:t>
            </a:r>
          </a:p>
        </p:txBody>
      </p:sp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108960"/>
            <a:ext cx="4572000" cy="119481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463040" y="5440680"/>
            <a:ext cx="9235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오늘 소개할 내용은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입니다. 전부 실제 화면으로 보여드립니다.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1부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새 기능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상품명 생성기에 추가된 기능을 소개합니다.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그에 맞춰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70432"/>
            <a:ext cx="4343400" cy="3353105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33264"/>
            <a:ext cx="4892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사진 · 판매 채널 · 상품 설명 · 추가 키워드 — 한 화면에서 입력합니다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2부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새 기능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상세페이지·영상·카드뉴스 제작에 추가된 기능을 소개합니다.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상품 주소를 붙여넣으면 작은 새 창이 열려 상세 내용과 상품 이미지를 가져옵니다. 가격 정보는 자동으로 걸러냅니다.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중국어 자동 정리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1688에서 가져온 문구 속 중국어와 불필요한 표기를 한국어 기준으로 정리해 줍니다.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스마트스토어 링크와 1688 링크, 각각 “불러오기” 버튼 하나로 끝납니다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중국어 상품 영상을 한국어 자막·더빙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중국어 자막을 한국어 자막으로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영상 속 중국어 문구 자리를 찾아 지우고, 그 자리에 한국어 자막을 입힙니다.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한국어 음성 더빙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자막에 맞춰 한국어 음성을 입혀, 소리까지 한국어인 영상으로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세로 영상으로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쇼츠·릴스에 바로 올릴 수 있는 세로 비율로 저장되고, 자막 파일도 함께 나옵니다.</a:t>
            </a:r>
          </a:p>
        </p:txBody>
      </p:sp>
      <p:pic>
        <p:nvPicPr>
          <p:cNvPr id="15" name="Picture 14" descr="fc_16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영상 찾기부터 한국어 자막 생성·저장까지 이 화면에서 진행합니다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fc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캡처를 올리면 이미지·텍스트 블록으로 정리됩니다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장마다 버튼 하나로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상품 크게 · 여백 정리 · 고급스럽게 · 문구 짧게 · 배경만 변경 · 글자 없는 버전 — 버튼으로 바로 고칩니다.</a:t>
            </a:r>
          </a:p>
        </p:txBody>
      </p:sp>
      <p:pic>
        <p:nvPicPr>
          <p:cNvPr id="15" name="Picture 14" descr="cn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1680"/>
            <a:ext cx="5074920" cy="238521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06620"/>
            <a:ext cx="5623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실제 생성 결과 — 카드마다 템플릿과 빠른 수정 버튼이 붙습니다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GIF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완성된 상세 이미지를 움직이는 GIF로 만들어, 상세페이지에서 시선을 잡습니다.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🎞️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텍스트 없음 · 텍스트 유지, 두 가지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문구 없이 장면만 움직이는 GIF와 문구가 함께 든 GIF 중 골라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상세페이지에 그대로 사용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움직이는 이미지가 한두 장 들어가면 스크롤이 멈춥니다. 스마트스토어 상세에 바로 올릴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저장할 때 함께 담김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전체저장 ZIP 안 gifs 폴더에 따로 정리되어, 상세 이미지와 같이 받습니다.</a:t>
            </a:r>
          </a:p>
        </p:txBody>
      </p:sp>
      <p:pic>
        <p:nvPicPr>
          <p:cNvPr id="15" name="Picture 14" descr="gif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262524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0093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결과 화면의 GIF 생성 버튼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28364A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0760000">
            <a:off x="6629400" y="3063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 spc="280">
                <a:solidFill>
                  <a:srgbClr val="9AA7B8"/>
                </a:solidFill>
                <a:latin typeface="Pretendard ExtraBold"/>
                <a:ea typeface="Pretendard ExtraBold"/>
              </a:rPr>
              <a:t>워터마크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926080"/>
            <a:ext cx="1645920" cy="6858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5D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39136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28364A"/>
                </a:solidFill>
                <a:latin typeface="Pretendard SemiBold"/>
                <a:ea typeface="Pretendard SemiBold"/>
              </a:rPr>
              <a:t>지우기 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7432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1F5068"/>
                </a:solidFill>
                <a:latin typeface="Pretendard"/>
                <a:ea typeface="Pretendard"/>
              </a:rPr>
              <a:t>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3913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지운 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칠한 자리만 지워지고, 상품은 그대로 남습니다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저장할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플랫폼별 사이즈로 전체저장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저장할 때 판매 플랫폼을 고르면, 그 플랫폼 규격에 맞는 폭으로 저장됩니다.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플랫폼 규격 자동 맞춤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스마트스토어 860px · 쿠팡 780px · 11번가 831px · 카페24 1000px · 자사몰 1080px.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HTML 초안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이미지와 함께 상세페이지 HTML 초안이 저장되어, 플랫폼 에디터에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저장 전 자동 점검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옵션 이미지·상품정보제공고시·GIF·누락 이미지를 저장 전에 한 번에 확인해 줍니다.</a:t>
            </a:r>
          </a:p>
        </p:txBody>
      </p:sp>
      <p:pic>
        <p:nvPicPr>
          <p:cNvPr id="15" name="Picture 14" descr="save_mo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2651760" cy="4476117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8202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저장 방식 선택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사용법 안내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3부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두 서비스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연결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프리캔버스와 검색마스터를 오가며 쓰는 방법입니다.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1F5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D2735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1F506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A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F5068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D27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36015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8364A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