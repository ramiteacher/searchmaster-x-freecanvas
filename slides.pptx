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0F4E53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E5964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91F28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그에 맞춰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43000"/>
            <a:ext cx="3794760" cy="2929555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182282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사진 · 판매 채널 · 상품 설명 · 키워드 — 한 화면 입력</a:t>
            </a:r>
          </a:p>
        </p:txBody>
      </p:sp>
      <p:pic>
        <p:nvPicPr>
          <p:cNvPr id="17" name="Picture 16" descr="sm_rec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529754"/>
            <a:ext cx="3794760" cy="313700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5989320" y="5063699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복사해서 바로 씁니다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91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주소를 붙여넣으면 새 창이 열려 상세 내용과 이미지를 가져옵니다. 최근 업데이트로 속도가 눈에 띄게 빨라졌습니다.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 아닌 이미지는 AI가 거릅니다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공지·구매평·할인 배너처럼 상세에 못 쓰는 이미지를 알아서 빼고, 중국어 문구도 한국어 기준으로 정리합니다.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링크마다 “불러오기” 버튼 하나 — 가격·비상품 이미지는 자동으로 걸러집니다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중국어 상품 영상을 쇼츠형 한국어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자막을 자연스러운 한국어로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중국어 문구를 지우고, AI가 대본을 한국어답게 다듬은 자막을 입힙니다. 번역투가 아니라 읽히는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한국어 더빙, 원하면 음소거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자막에 맞춰 한국어 음성을 입히고, 음성 없이 자막만 남기는 선택도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쇼츠 템플릿으로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쇼츠 헤드라인 템플릿이 입혀진 9:16 MP4로 저장되고, SRT·VTT 자막 파일도 함께 나옵니다.</a:t>
            </a:r>
          </a:p>
        </p:txBody>
      </p:sp>
      <p:pic>
        <p:nvPicPr>
          <p:cNvPr id="15" name="Picture 14" descr="v1688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195468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03037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완료된 작업 목록 — 쇼츠 템플릿·더빙 설정이 남고, MP4·SRT·VTT로 내려받습니다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fc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편집 시작 화면 — 캡처를 올리면 블록 편집이 이어집니다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장마다 버튼 하나로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크게 · 여백 정리 · 고급스럽게 · 문구 짧게 · 배경만 변경 · 글자 없는 버전 — 버튼으로 바로 고칩니다.</a:t>
            </a:r>
          </a:p>
        </p:txBody>
      </p:sp>
      <p:pic>
        <p:nvPicPr>
          <p:cNvPr id="15" name="Picture 14" descr="cn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1680"/>
            <a:ext cx="5074920" cy="238521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06620"/>
            <a:ext cx="5623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카드마다 템플릿과 빠른 수정 버튼이 붙습니다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GIF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완성된 상세 이미지를 움직이는 GIF로 만들어, 상세페이지에서 시선을 잡습니다.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🎞️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텍스트 없음 · 텍스트 유지, 두 가지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문구 없이 장면만 움직이는 GIF와 문구가 함께 든 GIF 중 골라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상세페이지에 그대로 사용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움직이는 이미지가 한두 장 들어가면 스크롤이 멈춥니다. 스마트스토어 상세에 바로 올릴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MP4 저장·전체저장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만들어진 GIF 카드를 누르면 MP4 영상으로도 저장되고, 전체저장 ZIP 안 gifs 폴더에도 함께 담깁니다.</a:t>
            </a:r>
          </a:p>
        </p:txBody>
      </p:sp>
      <p:pic>
        <p:nvPicPr>
          <p:cNvPr id="15" name="Picture 14" descr="gif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262524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0093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GIF 생성 버튼 — (2/2)는 만들 수 있는 남은 횟수입니다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2B333D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0760000">
            <a:off x="6629400" y="3063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 spc="280">
                <a:solidFill>
                  <a:srgbClr val="9AA7B8"/>
                </a:solidFill>
                <a:latin typeface="Pretendard ExtraBold"/>
                <a:ea typeface="Pretendard ExtraBold"/>
              </a:rPr>
              <a:t>워터마크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926080"/>
            <a:ext cx="1645920" cy="6858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5D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39136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2B333D"/>
                </a:solidFill>
                <a:latin typeface="Pretendard SemiBold"/>
                <a:ea typeface="Pretendard SemiBold"/>
              </a:rPr>
              <a:t>지우기 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7432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0F4E53"/>
                </a:solidFill>
                <a:latin typeface="Pretendard"/>
                <a:ea typeface="Pretendard"/>
              </a:rPr>
              <a:t>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3913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지운 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칠한 자리만 지워지고, 상품은 그대로 남습니다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저장할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플랫폼별 사이즈로 전체저장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저장할 때 판매 플랫폼을 고르면, 그 플랫폼 규격에 맞는 폭으로 저장됩니다.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 규격 자동 맞춤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 860px · 쿠팡 780px · 11번가 831px · 카페24 1000px · 자사몰 1080px.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HTML 초안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이미지와 함께 상세페이지 HTML 초안이 저장되어, 플랫폼 에디터에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저장 전 자동 점검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옵션 이미지·상품정보제공고시·GIF·누락 이미지를 저장 전에 한 번에 확인해 줍니다.</a:t>
            </a:r>
          </a:p>
        </p:txBody>
      </p:sp>
      <p:pic>
        <p:nvPicPr>
          <p:cNvPr id="15" name="Picture 14" descr="save_mo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2651760" cy="447611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8202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저장 방식 선택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“1단계: 제품 사진 올리기” — 상단 탭에서 결과물별 안내를 고릅니다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0F4E53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0F4E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0F4E53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B3B3F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91F28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쓰다가 막히는 게 있으면, 화면 아래 </a:t>
            </a:r>
            <a:r>
              <a:rPr sz="1050" b="0" i="0">
                <a:solidFill>
                  <a:srgbClr val="2B333D"/>
                </a:solidFill>
                <a:latin typeface="Pretendard ExtraBold"/>
                <a:ea typeface="Pretendard ExtraBold"/>
              </a:rPr>
              <a:t>'고객센터 문의하기'</a:t>
            </a: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로 편하게 남겨 주세요.</a:t>
            </a:r>
          </a:p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B333D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