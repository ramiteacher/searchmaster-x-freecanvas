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온라인셀러를 위한 도구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9A7440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55569"/>
                </a:solidFill>
                <a:latin typeface="Pretendard SemiBold"/>
                <a:ea typeface="Pretendard SemiBold"/>
              </a:rPr>
              <a:t>상품명 생성기 · 상세페이지 생성기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92124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먼저, 두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D2735"/>
                </a:solidFill>
                <a:latin typeface="Noto Serif KR"/>
                <a:ea typeface="Noto Serif KR"/>
              </a:rPr>
              <a:t>역할이 다른 두 가지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A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F5068"/>
                </a:solidFill>
                <a:latin typeface="Pretendard SemiBold"/>
                <a:ea typeface="Pretendard SemiBold"/>
              </a:rPr>
              <a:t>상품명 생성기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상품 사진과 설명을 읽고, 검색 노출에 맞춘 상품명과 키워드를 만들어 줍니다. 판매 채널에 따라 이름 짓는 기준이 달라집니다.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D"/>
                </a:solidFill>
                <a:latin typeface="Pretendard"/>
                <a:ea typeface="Pretendard"/>
              </a:rPr>
              <a:t>네이버쇼핑 · 쿠팡 · 일반몰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7072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7440"/>
                </a:solidFill>
                <a:latin typeface="Pretendard SemiBold"/>
                <a:ea typeface="Pretendard SemiBold"/>
              </a:rPr>
              <a:t>상세페이지 생성기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제품 사진으로 상세페이지를 만들고, 1688 영상 번역·카드뉴스·상품 썸네일까지 한 곳에서 처리합니다.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D"/>
                </a:solidFill>
                <a:latin typeface="Pretendard"/>
                <a:ea typeface="Pretendard"/>
              </a:rPr>
              <a:t>상세페이지 · 영상 번역 · 카드뉴스 · 썸네일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상품명은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검색 노출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을, 상세페이지는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구매 전환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 좌우합니다.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두 도구는 같은 구글 계정으로 이어져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함께 쓰면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105156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검색마스터로 이름을 만들고,</a:t>
            </a:r>
          </a:p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프리캔버스로 </a:t>
            </a:r>
            <a:r>
              <a:rPr sz="2600" b="1" i="0">
                <a:solidFill>
                  <a:srgbClr val="1F5068"/>
                </a:solidFill>
                <a:latin typeface="Noto Serif KR"/>
                <a:ea typeface="Noto Serif KR"/>
              </a:rPr>
              <a:t>페이지를 만듭니다.</a:t>
            </a:r>
          </a:p>
        </p:txBody>
      </p:sp>
      <p:pic>
        <p:nvPicPr>
          <p:cNvPr id="7" name="Picture 6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71800"/>
            <a:ext cx="4572000" cy="164918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532120" y="338328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A7440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같은 상품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같은 구글 계정</a:t>
            </a:r>
          </a:p>
        </p:txBody>
      </p:sp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108960"/>
            <a:ext cx="4572000" cy="119481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463040" y="5440680"/>
            <a:ext cx="9235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오늘 소개할 내용은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입니다. 전부 실제 화면으로 보여드립니다.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1부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새 기능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상품명 생성기에 추가된 기능을 소개합니다.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 새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상품 설명 입력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사진과 함께 상품 설명을 입력하면, 상품명이 눈에 띄게 정확해집니다.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“책상 위에 놓는 무선 충전 겸용 스탠드”처럼 한 줄만 적으면, 사진만으로는 놓치기 쉬운 재질과 용도까지 상품명에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판매 채널별 상품명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그에 맞춰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업로드·생성 화면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사진을 올리면 바로 보이고, 생성 진행 상태도 화면에 그대로 표시됩니다.</a:t>
            </a:r>
          </a:p>
        </p:txBody>
      </p:sp>
      <p:pic>
        <p:nvPicPr>
          <p:cNvPr id="15" name="Picture 14" descr="sm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70432"/>
            <a:ext cx="4343400" cy="3353105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33264"/>
            <a:ext cx="4892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사진 · 판매 채널 · 상품 설명 · 추가 키워드 — 한 화면에서 입력합니다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2부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새 기능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상세페이지·영상·카드뉴스 제작에 추가된 기능을 소개합니다.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첫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세 가지 작업 중에 골라 시작합니다.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제품 사진과 정보를 넣으면 상세페이지를 처음부터 만들어 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 있는 상세 캡처를 올려 블록 단위로 수정합니다.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결과물 종류는 일반·의류·과일채소 상세페이지에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,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까지 다섯 가지입니다.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상품 링크로 빠른 시작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소싱한 상품의 주소만 붙여넣으면, 이미지와 상품 정보가 자동으로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상품 주소를 붙여넣으면 작은 새 창이 열려 상세 내용과 상품 이미지를 가져옵니다. 가격 정보는 자동으로 걸러냅니다.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확장 프로그램은 한 번만 설치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웹스토어 버튼과 설치 안내가 화면 안에 있습니다. 처음 한 번만 설치하면 다음부터는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중국어 자동 정리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1688에서 가져온 문구 속 중국어와 불필요한 표기를 한국어 기준으로 정리해 줍니다.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스마트스토어 링크와 1688 링크, 각각 “불러오기” 버튼 하나로 끝납니다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1688 영상 번역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중국어 상품 영상을 한국어 자막·더빙 영상으로 바꿔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중국어 자막을 한국어 자막으로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영상 속 중국어 문구 자리를 찾아 지우고, 그 자리에 한국어 자막을 입힙니다.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한국어 음성 더빙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자막에 맞춰 한국어 음성을 입혀, 소리까지 한국어인 영상으로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세로 영상으로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쇼츠·릴스에 바로 올릴 수 있는 세로 비율로 저장되고, 자막 파일도 함께 나옵니다.</a:t>
            </a:r>
          </a:p>
        </p:txBody>
      </p:sp>
      <p:pic>
        <p:nvPicPr>
          <p:cNvPr id="15" name="Picture 14" descr="fc_16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영상 찾기부터 한국어 자막 생성·저장까지 이 화면에서 진행합니다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기존 상세페이지 편집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긴 상세 캡처를 올리면 블록 단위로 나뉘어, 원하는 부분만 고칠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캡처가 편집 블록으로 나뉩니다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나뉜 경계는 드래그로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잘린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이미지 속 글자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이미지 안 문구를 골라 내용을 고치고 글꼴을 정하면, 그대로 다시 그려 줍니다.</a:t>
            </a:r>
          </a:p>
        </p:txBody>
      </p:sp>
      <p:pic>
        <p:nvPicPr>
          <p:cNvPr id="15" name="Picture 14" descr="fc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캡처를 올리면 이미지·텍스트 블록으로 정리됩니다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카드뉴스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홍보용 카드뉴스 여러 장을 한 번에 만듭니다. 사진이 없어도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내용만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주제와 하고 싶은 말을 적으면, 넘겨보는 카드 여러 장이 순서대로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모든 장의 디자인 통일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색·글꼴·구성을 먼저 정하고 그리기 때문에, 장마다 분위기가 달라지지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🖼️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사진은 선택 사항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사진이 없으면 글만으로 만들고, 있으면 분위기 참고용으로만 쓸 수도 있습니다.</a:t>
            </a:r>
          </a:p>
        </p:txBody>
      </p:sp>
      <p:pic>
        <p:nvPicPr>
          <p:cNvPr id="15" name="Picture 14" descr="fc_cardnew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4206240" cy="2818614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19982"/>
            <a:ext cx="4754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“카드뉴스는 사진 없이도 생성할 수 있습니다” — 화면 속 안내 그대로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AI 지우개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이미지에서 지우고 싶은 부분만 칠하면 지워집니다.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워터마크·글자 지우기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소싱 이미지에 박힌 워터마크, 중국어 글자, 거슬리는 배경을 칠한 자리만 지웁니다.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기다림 없이 바로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편집 화면 안에서 곧바로 지워져, 다른 프로그램을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간단한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복잡한 설정 없이, 문지르면 지워집니다.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28364A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0760000">
            <a:off x="6629400" y="3063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 spc="280">
                <a:solidFill>
                  <a:srgbClr val="9AA7B8"/>
                </a:solidFill>
                <a:latin typeface="Pretendard ExtraBold"/>
                <a:ea typeface="Pretendard ExtraBold"/>
              </a:rPr>
              <a:t>워터마크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926080"/>
            <a:ext cx="1645920" cy="6858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5D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39136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28364A"/>
                </a:solidFill>
                <a:latin typeface="Pretendard SemiBold"/>
                <a:ea typeface="Pretendard SemiBold"/>
              </a:rPr>
              <a:t>지우기 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7432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1F5068"/>
                </a:solidFill>
                <a:latin typeface="Pretendard"/>
                <a:ea typeface="Pretendard"/>
              </a:rPr>
              <a:t>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3913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지운 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83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칠한 자리만 지워지고, 상품은 그대로 남습니다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처음 쓰는 분이라면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단계별 사용법 안내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화면 위에 순서대로 안내가 떠서, 처음이어도 따라 하기만 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결과물마다 다른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사진 올리기부터 저장까지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각 단계에서 무엇을 누르고 무엇을 입력하는지 화면 위에서 하나씩 짚어 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언제든 다시 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첫 화면의 “사용법 보기”를 누르면 언제든 처음부터 다시 볼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사용법 안내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3부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두 서비스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연결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프리캔버스와 검색마스터를 오가며 쓰는 방법입니다.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두 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 상단 메뉴에서 </a:t>
            </a: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검색마스터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로 바로 이동합니다.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1F5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프리캔버스에서 작업하다가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상세페이지를 만들다 상품명이나 키워드가 필요해지면,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9A7440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버튼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쓰던 구글 계정 그대로 열립니다.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D2735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으로 두 서비스를 오갑니다. 구독은 서비스별로 따로 적용됩니다.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실제 작업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상품 등록, 이 순서로 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스마트스토어·1688 상품 주소로 이미지와 상품 정보를 가져옵니다.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1F506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A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F5068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상품명·키워드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상단 메뉴로 이동해 사진과 설명을 넣고, 판매 채널에 맞는 상품명을 만듭니다.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같은 재료로 상세페이지를 만들고, 필요하면 영상 번역과 카드뉴스까지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D27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플랫폼에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완성본을 내려받아 판매 플랫폼에 그대로 올립니다.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다음 상품부터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바로 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🧭 역할 분담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상품명·키워드는 검색마스터, 상세페이지·영상·카드뉴스는 프리캔버스.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✨ 새로 추가된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설명 입력 · 링크 불러오기 · 영상 번역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프리캔버스 — 상세페이지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36015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8364A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